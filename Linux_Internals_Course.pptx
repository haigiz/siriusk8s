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731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71600" y="685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Internals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Курс для будущих Senior Linux Engineers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804672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468880"/>
            <a:ext cx="1280160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Процессы &amp; systemd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65960" y="2468880"/>
            <a:ext cx="1280160" cy="2377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2082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Диски &amp; ФС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468880"/>
            <a:ext cx="1280160" cy="23774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3814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Память &amp; inode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2468880"/>
            <a:ext cx="1280160" cy="23774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5546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Сеть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468880"/>
            <a:ext cx="1280160" cy="23774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7278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Мониторинг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35240" y="2468880"/>
            <a:ext cx="128016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35240" y="2468880"/>
            <a:ext cx="1280160" cy="2377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2468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90104" y="2724912"/>
            <a:ext cx="1170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Ядро &amp; sysctl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🛠  10+ лет DevOps практики  |  🎬 asciinema отчёты  |  💀 HardCore задачи  |  🔥 Chaos Engineering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root@linux-course:~#  Добро пожаловать в реальный Linux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Как устроен курс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889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6012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🎯  Outcome First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30759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Тебе говорят ЧТО получить — ты сам находишь команду. Никаких подсказок заранее. Это учит думать, а не копировать.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889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96012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🗂  Шпаргалка команд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82696" y="130759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В начале каждого модуля — полный список команд и флагов. Используй его как справочник, а не как инструкцию.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7336" y="96012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60120"/>
            <a:ext cx="27889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96012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🎬  asciinema отчёт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27064" y="130759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Записывай всё что делаешь через asciinema. Ссылку на запись добавляй в README своего задания.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27889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9260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🔧  Best Practice 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" y="327355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Каждый модуль = один главный инструмент который нужно освоить досконально (vim, tmux, tcpdump...).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26080"/>
            <a:ext cx="27889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9260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💀  HardCore задачи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82696" y="327355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2 задачи повышенной сложности — реальные сценарии из продакшна. Без готовых подсказок.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17336" y="2926080"/>
            <a:ext cx="27889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926080"/>
            <a:ext cx="27889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9260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🔥  Chaos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27064" y="3273552"/>
            <a:ext cx="2569464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Скрипт который ломает Linux разными способами. Твоя задача — найти и починить за ограниченное время.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🎬  Работа с asciinema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Документация: https://docs.asciinema.org/manual/cli/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Установка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8686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Ubuntu/Debian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asciinema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Регистрация аккаунта (для шаринга)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asciinema auth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Основные команды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4023360" cy="1691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52928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Начать запись (завершить: exit или Ctrl+D)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asciinema rec demo.cast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Воспроизведение локально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asciinema play demo.cast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Загрузить на asciinema.org (получить ссылку)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asciinema upload demo.cast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Запись с таймаутом (пауза не более 3 сек)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asciinema rec --idle-time-limit 3 task.cast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261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Шаблон README.md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297680" cy="294436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00200"/>
            <a:ext cx="411480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Модуль X — Название задачи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Задача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Опишите что нужно было получить в итоге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Решение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Опишите подход: какие команды использовали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(НЕ подсказывайте — только факты)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Запись сессии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[![asciinema](https://asciinema.org/...)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](https://asciinema.org/a/XXXXXXXX)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Команды которые открыл для себя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`команда` — что делает, когда применять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Сложности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не получилось с первого раза и почему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Совет: записывай ВЕСЬ процесс, включая ошибки — это часть обучения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8A6FF"/>
                </a:solidFill>
              </a:rPr>
              <a:t>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Процессы, Демоны &amp; systemd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46177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VIM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1417320"/>
            <a:ext cx="201625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417320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MC (Midnight Commander)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83080"/>
            <a:ext cx="210312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Процессы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" y="2130552"/>
            <a:ext cx="188366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PID, PPID, PID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states: R/S/D/Z/T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fork() и exec()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Орфаны и зомби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41448" y="1783080"/>
            <a:ext cx="210312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Демоны &amp; фон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51176" y="2130552"/>
            <a:ext cx="188366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nohup, &amp;, disown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bg/fg, jobs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Screen vs tmux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Что такое daemon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1783080"/>
            <a:ext cx="210312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systemd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4024" y="2130552"/>
            <a:ext cx="188366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Unit файлы (.service)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systemctl start/stop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journalctl -u/-f/-xe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targets vs runlevels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67144" y="1783080"/>
            <a:ext cx="210312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Сигналы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76872" y="2130552"/>
            <a:ext cx="1883664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kill/pkill/killall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SIGTERM vs SIGKILL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SIGHUP (reload)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SIGUSR1/USR2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🎯  Цель модуля: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069080"/>
            <a:ext cx="6995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Понять как Linux управляет процессами, уметь работать с systemd, находить зависшие и зомби-процессы, писать свои unit-файлы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" y="4462272"/>
            <a:ext cx="8686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5445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📝 Задание: напиши systemd unit для произвольного скрипта — он должен автоматически перезапускаться при падении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  ·  Шпаргалка: vim &amp; mc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1627632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82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BEST PRACTICE TOOL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VIM  (запуск: vimtutor)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978408"/>
            <a:ext cx="4160520" cy="38404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3977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РЕЖИМЫ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/ a / o      — вставка (insert mode)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ESC            — нормальный режим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 / V / Ctrl+v — выделение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            — командный режим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НАВИГАЦИЯ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 / G         — начало / конец файла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/ $          — начало / конец строки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/ b          — слово вперёд / назад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/pattern       — поиск | n / N следующее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РЕДАКТИРОВАНИЕ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dd / D         — удалить строку / до конца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yy / p         — скопировать / вставить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 / Ctrl+r     — undo / redo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:%s/old/new/g  — замена по всему файлу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:set nu        — номера строк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ВЫХОД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:w             — сохранить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:wq / :x       — сохранить и выйти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:q!            — выйти без сохранения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685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MC  (Midnight Commander)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78408"/>
            <a:ext cx="4160520" cy="38404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24128"/>
            <a:ext cx="3977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             — запустить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mc -e file     — открыть файл в редакторе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НАВИГАЦИЯ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            — переключить панель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Enter          — войти в директорию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Backspace      — на уровень вверх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Ctrl+r         — обновить панель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Alt+.          — показать скрытые файлы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ОПЕРАЦИИ С ФАЙЛАМИ (F-клавиши)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F3             — просмотр файла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F4             — редактировать файл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F5             — копировать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F6             — переместить / переименовать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F7             — создать директорию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F8             — удалить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F9             — меню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F10            — выход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ПОИСК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Alt+?          — поиск файла в панели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Ctrl+s         — быстрый поиск по имени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FB950"/>
                </a:solidFill>
              </a:rPr>
              <a:t>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Диски, Файловая Система &amp; inode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539496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find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417320"/>
            <a:ext cx="61722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4173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xargs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417320"/>
            <a:ext cx="46177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41732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awk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77640" y="1417320"/>
            <a:ext cx="539496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grep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417320"/>
            <a:ext cx="61722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173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du/df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783080"/>
            <a:ext cx="21031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inode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" y="2130552"/>
            <a:ext cx="188366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Что хранит inode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hard vs soft links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df -i (inode exhaust)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stat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find по inode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41448" y="1783080"/>
            <a:ext cx="21031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Дисковое пространство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51176" y="2130552"/>
            <a:ext cx="188366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df -h / df -i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du -sh * | sort -rh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ncdu — визуально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lsof | grep deleted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tune2fs резерв ФС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4296" y="1783080"/>
            <a:ext cx="21031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fdisk &amp; LVM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2130552"/>
            <a:ext cx="188366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fdisk -l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parted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pvcreate/vgcreate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lvcreate/lvextend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resize2fs online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67144" y="1783080"/>
            <a:ext cx="21031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IOPS &amp; 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76872" y="2130552"/>
            <a:ext cx="188366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iostat -x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iostat 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hdparm -t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dd bs=1M iflag=direct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" y="417880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📝 Задание: в директории /data находится дерево файлов. Найди все .log файлы старше 7 дней, размером &gt; 100MB и удали их через xargs. Посчитай освобождённое место.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  ·  Шпаргалка: find / xargs / awk / grep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40080"/>
            <a:ext cx="4251960" cy="2057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85800"/>
            <a:ext cx="4069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 -name "*.log" -size +100M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-mtime +7 -type 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-empty -delete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/etc -perm 777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-inum 12345     # по inode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-type f | wc -l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XARGS (конвейер → аргументы)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"*.tmp" | xargs rm -f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"*.log" | xargs -I{} mv {} /archive/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urls.txt | xargs -P 4 curl -O  # параллельно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640080"/>
            <a:ext cx="4251960" cy="2057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685800"/>
            <a:ext cx="40690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'{print $1}' file           # поле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-F: '{print $1}' /etc/passwd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'$3 &gt; 1000' file             # фильтр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'END{print NR}' file         # кол-во строк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'{sum+=$1} END{print sum}'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-r "pattern" /etc/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-v "pattern"    # инвертировать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-c "error" log  # кол-во совпадений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-A3 -B1 "ERROR" app.log    # контекст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-E "(warn|error)" log       # regex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788920"/>
            <a:ext cx="8686800" cy="20116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34640"/>
            <a:ext cx="8503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/ DF / LSOF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-h                              # свободное место на разделах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-i                              # свободные inode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/var/log/*                  # размеры поддиректорий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 -sh * | sort -rh | head -20     # топ 20 по размеру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lsof | grep "(deleted)"            # процессы держат удалённые файлы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fuser -m /dev/sdb1                 # кто использует раздел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FDISK / TUNE2FS / RESIZE2FS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fdisk -l                           # список дисков и разделов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tune2fs -l /dev/sda1               # параметры ext4 ФС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tune2fs -m 1 /dev/sda1             # уменьшить резерв ФС до 1%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resize2fs /dev/mapper/vg-lv        # расширить ФС после lvextend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dumpe2fs -h /dev/sda1 | grep -i "block count"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C8CFF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Память, IOPS &amp; inode (tmux)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BC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539496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TMUX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783080"/>
            <a:ext cx="2103120" cy="2240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Память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" y="2130552"/>
            <a:ext cx="188366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free -h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/proc/meminfo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vmstat 1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Pagecache vs Swap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OOM Killer (dmesg)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41448" y="1783080"/>
            <a:ext cx="2103120" cy="2240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inode &amp; ФС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51176" y="2130552"/>
            <a:ext cx="188366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stat /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ls -li (inode num)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df -i (inode 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Hard links 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Inodes exhaustion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54296" y="1783080"/>
            <a:ext cx="2103120" cy="2240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IOPS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4024" y="2130552"/>
            <a:ext cx="188366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iostat -x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iotop -o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iostat -d sda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hdparm -t /dev/sda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dd + iflag=direct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67144" y="1783080"/>
            <a:ext cx="2103120" cy="22402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tmux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76872" y="2130552"/>
            <a:ext cx="188366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Prefix: Ctrl+b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Сессии/окна/панели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detach / attach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Скроллинг: [→scroll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Пара синхронизация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411480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📝 Задание: открой 4 панели в tmux. В каждой запусти мониторинг: free -h 1, vmstat 1, iostat -x 1, watch df -h. Запусти утилиту stress и наблюдай изменения во всех панелях одновременно. Запиши через asciinema.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  ·  Шпаргалка: tmux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1394460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82880"/>
            <a:ext cx="1394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PREFIX = Ctrl+b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40080"/>
            <a:ext cx="4251960" cy="4160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0690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СЕССИИ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                    # новая сессия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 -s work         # сессия с именем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ls                  # список сессий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attach -t work      # подключиться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d                 # detach (уйти)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$                 # переименовать сессию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ОКНА (tabs)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c                 # новое окно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,                 # переименовать окно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n / p             # следующее / предыдущее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0-9               # окно по номеру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&amp;                 # закрыть окно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w                 # список окон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ПАНЕЛИ (split)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%                 # разделить вертикально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"                 # разделить горизонтально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стрелки           # переключить панель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z                 # zoom панель (toggle)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x                 # закрыть панель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Space             # сменить layout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640080"/>
            <a:ext cx="4251960" cy="4160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685800"/>
            <a:ext cx="40690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КОПИРОВАНИЕ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[                 # режим прокрутки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                     # выйти из прокрутки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                   # начать выделение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                   # скопировать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]                 # вставить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ПРОДВИНУТОЕ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:setw synchronize-panes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# вводить во все панели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q                 # показать номера панелей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{/}               # поменять панели местами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Ctrl+b Alt+стрелка       # изменить размер панели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~/.tmux.conf (настройки)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-g mouse on          # мышь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-g history-limit 10000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-g status-bg colour235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 -g mode-keys vi     # vi-режим для copy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ПОЛЕЗНЫЕ СЕССИИ ДЛЯ ДИАГНОСТИКИ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new-window \;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send-keys "free -h 1" Enter \;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split-window -h \;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send-keys "vmstat 1" Enter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3B341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Сеть: curl, ss, tcpdump, nc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772668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772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TCPDUMP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384048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417320"/>
            <a:ext cx="539496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CURL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61688" y="1417320"/>
            <a:ext cx="384048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1417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NC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curl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-v / -I (verbose)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-X POST / -d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-H 'header'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-L (follow redirects)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--connect-timeout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-o file / -O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ss / netstat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51176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ss -tulnp (ports)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ss -s (summary)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ss -tnp state ESTAB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SYN_SENT/TIME_WAIT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netstat -rn (routes)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ip route / ip addr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54296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tcpdump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64024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-i eth0 (интерфейс)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port 80 / host 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-w dump.pcap (файл)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-r читать файл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-n (без resolve)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-A / -X (payload)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67144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DNS &amp; nc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76872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resolv.conf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nsswitch.conf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dig / nslookup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nc -zv host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nc -l 8080 (listen)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iptables -L -n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📝 Задание: используй tcpdump для захвата HTTP трафика к google.com. Запусти curl -v в соседнем окне (tmux). Найди в дампе TCP handshake (SYN, SYN-ACK, ACK) и HTTP заголовки ответа.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  ·  Шпаргалка: tcpdump &amp; ss &amp; curl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51960" cy="2377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04088"/>
            <a:ext cx="4069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— главные флаги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eth0          # интерфейс (lo, any)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               # не резолвить IP/порты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/ -vv / -vvv  # verbosity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              # ASCII payload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               # hex + ASCII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 file.pcap     # писать в файл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file.pcap     # читать из файла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 100           # захватить 100 пакетов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ФИЛЬТРЫ (BPF синтаксис)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port 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eth0 host 8.8.8.8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'tcp[tcpflags] &amp; tcp-syn != 0'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'port 443 and host ya.ru'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-n 'not port 22'  # исключить ssh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658368"/>
            <a:ext cx="4251960" cy="2377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04088"/>
            <a:ext cx="4069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(замена netstat)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-tulnp         # TCP+UDP+listen+pid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-tnp           # TCP с PID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-s             # статистика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-tnp state ESTABLISHED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-tnp state TIME-WAIT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dst 8.8.8.8    # соединения к IP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— ключевые флаги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-v URL       # полный вывод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-I URL       # только заголовки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-d '{"a":1}' -H 'Content-Type: application/json' 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 URL       # следовать редиректам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-o /dev/null -s -w "%{http_code}" 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--resolve host:80:IP URL   # обойти DNS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3127248"/>
            <a:ext cx="8686800" cy="171907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72968"/>
            <a:ext cx="85039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ПРАКТИЧЕСКИЕ ПАТТЕРНЫ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Захват HTTP запросов на 80 порту и вывод body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-A -n 'port 80' 2&gt;/dev/null | grep -E "GET|POST|HTTP"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Посмотреть DNS запросы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-i any -n 'port 53'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Найти процесс, который слушает порт 8080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-tulnp | grep :8080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Проверить доступность порта без установки 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&lt;/dev/tcp/hostname/port &amp;&amp; echo "OPEN" || echo "CLOSED"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Симулировать простой HTTP сервер для тестирования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 -p 8080 -c 'echo "HTTP/1.1 200 OK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OK"'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5149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Мониторинг: top, atop, htop, ps, strace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461772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461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417320"/>
            <a:ext cx="539496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ATOP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417320"/>
            <a:ext cx="539496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HTOP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1417320"/>
            <a:ext cx="694944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41732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STRACE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1417320"/>
            <a:ext cx="539496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LSOF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783080"/>
            <a:ext cx="2103120" cy="235915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" y="213055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Load Average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CPU: us sy id wa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Mem/Swap строки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1 = per 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M = sort by MEM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P = sort by 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k = kill process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41448" y="1783080"/>
            <a:ext cx="2103120" cy="235915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atop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51176" y="213055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История (запись!)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d = диски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 = сеть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m = память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c = процессы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t / T — время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Atop vs top: ИСТОРИЯ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54296" y="1783080"/>
            <a:ext cx="2103120" cy="235915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htop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213055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F1-F10 функции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F5 = tree 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F6 = sort 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Space = выделить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F9 = 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U = user filter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F3 = поиск процесса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67144" y="1783080"/>
            <a:ext cx="2103120" cy="235915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strace &amp; lsof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76872" y="213055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strace -p PID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strace -e openat,read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strace -f (fork)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lsof -p PID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lsof -i :8080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lsof | grep deleted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file / ldd binary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📝 Задание: запусти три окна tmux. В первом — htop. Во втором — stress --cpu 2 --vm 1 --vm-bytes 256M. В третьем — найди процесс stress в htop, узнай его PID, запусти strace -p PID. Объясни что происходит.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  ·  Горячие клавиши: top / atop / htop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43200" cy="4160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04088"/>
            <a:ext cx="25603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per CPU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      sort by MEM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      sort by CPU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      sort by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       kill process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       filter by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      help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      delay (сек)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    delay (сек)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      fields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      сохранить конфиг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  show cmdline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      show threads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    кол-во строк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     выйти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Average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CPU очередь (1/5/15)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CPU count = перегруз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0" y="658368"/>
            <a:ext cx="2743200" cy="4160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704088"/>
            <a:ext cx="25603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HTOP
F1       помощь
F2       настройки
F3       поиск
F4       фильтр
F5       tree view
F6       сортировка
F7/F8    nice -/+
F9       kill menu
F10      выход
Space    отметить процесс
U        user filter
I        инверт сортировки
t        tree toggle
H        потоки toggle
K        ядро toggle
P        sort CPU
M        sort MEM
T        sort TIME
\        поиск (filter)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658368"/>
            <a:ext cx="2743200" cy="4160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704088"/>
            <a:ext cx="25603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      диски (DISK)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       сеть (NET)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      память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    cmd 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       variability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/ T    вперёд/назад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       generic (default)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      процесс detail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      планировщик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Atop пишет историю: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/var/log/atop/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Смотреть прошлое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atop -r /var/log/atop/atop_YYYYMMDD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Запустить с интервалом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atop 5        (каждые 5 сек)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atop -w file  (писать в файл)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       (все процессы)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-ef        (full format)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--forest   (дерево)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</a:rPr>
              <a:t>MODULE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</a:rPr>
              <a:t>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6217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Ядро Linux: /proc, /sys &amp; sysctl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86868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Best Practice Tool: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694944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41732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SYSCTL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6172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417320"/>
            <a:ext cx="617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/proc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417320"/>
            <a:ext cx="539496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1732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/sys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783080"/>
            <a:ext cx="21031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/proc — ядро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/proc/PID/fd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/proc/PID/maps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/proc/PID/status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/proc/meminfo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/proc/net/tcp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/proc/loadavg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/proc/sys/* (rw!)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41448" y="1783080"/>
            <a:ext cx="21031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51176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sysctl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51176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sysctl -a (все)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sysctl key=val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sysctl -p reload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/etc/sysctl.conf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/etc/sysctl.d/*.conf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net.* vm.* kernel.*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1783080"/>
            <a:ext cx="21031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Сеть ядра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64024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net.core.somaxconn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net.ipv4.tcp_tw_reuse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net.ipv4.ip_forward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nf_conntrack_max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tcp_syn_backlog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ip_local_port_range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67144" y="1783080"/>
            <a:ext cx="2103120" cy="2331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67144" y="1783080"/>
            <a:ext cx="21031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76872" y="1783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Память ядра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76872" y="2130552"/>
            <a:ext cx="1883664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vm.swappiness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vm.dirty_ratio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vm.overcommit_memory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kernel.oom_kill_allocating_task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cgroups v2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namespaces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📝 Задание: настрой систему для высоконагруженного веб-сервера через sysctl. Увеличь somaxconn, tcp_tw_reuse, ip_local_port_range. Проверь изменения. Сделай изменения постоянными (sysctl.d).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  ·  Шпаргалка: sysctl &amp; /proc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251960" cy="1965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04088"/>
            <a:ext cx="4069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КОМАНДЫ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-a                       # все параметры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net.ipv4.tcp_tw_reuse    # прочитать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-w net.ipv4.ip_forward=1 # установить (runtime)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"net.ipv4.ip_forward=1" &gt;&gt; /etc/sysctl.d/99-custom.conf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-p /etc/sysctl.d/99-custom.conf  # применить из файла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sysctl --system                 # применить все из sysctl.d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658368"/>
            <a:ext cx="4251960" cy="1965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04088"/>
            <a:ext cx="40690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 ПОЛЕЗНЫЕ ФАЙЛЫ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/proc/loadavg               # 1 5 15 мин 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/proc/meminfo               # детальная память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/proc/net/tcp               # TCP соединения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 /proc/PID/fd             # открытые дескрипторы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/proc/PID/status            # состояние процесса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/proc/PID/oom_score         # OOM приоритет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0 &gt; /proc/PID/oom_score_adj  # защита от 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2715768"/>
            <a:ext cx="8686800" cy="208483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761488"/>
            <a:ext cx="8503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ВАЖНЫЕ SYSCTL ПАРАМЕТРЫ ДЛЯ ПРОДАКШНА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net.core.somaxconn = 65535         # очередь входящих соединений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net.ipv4.tcp_tw_reuse = 1          # переиспользование TIME_WAIT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net.ipv4.ip_local_port_range = 1024 65535  # диапазон эфемерных портов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net.core.netdev_max_backlog = 65536        # очередь сетевого стека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nf_conntrack_max = 1000000         # таблица conntrack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ПАМЯТЬ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vm.swappiness = 10                 # 0=никогда swap, 100=агрессивно (default 60)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vm.dirty_ratio = 10                # % памяти для dirty pages до flush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vm.overcommit_memory = 1           # разрешить overcommit (для Redis/JVM)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ЯДРО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kernel.pid_max = 4194304           # макс PID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fs.file-max = 2097152              # макс открытых файлов в системе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fs.inotify.max_user_watches = 524288  # для IDE и inotify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 Практические задачи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86868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48640" cy="7498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896112"/>
            <a:ext cx="539496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89611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EASY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Топ-10 IP из nginx лога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8595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Файл: /var/log/nginx/access.log (1M строк). Найди 10 IP с наибольшим количеством запросов. Дополнительно: реши задачу для JSON-лога.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389888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awk · cut · sort · uniq · tail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664208"/>
            <a:ext cx="86868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664208"/>
            <a:ext cx="548640" cy="7498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66420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1737360"/>
            <a:ext cx="539496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73736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EASY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Починить сеть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700784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Сервер не имеет доступа в интернет. IP известен. Настрой маршрутизацию, шлюз, DNS через resolv.conf и nsswitch.conf. Проверь: curl www.avito.ru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231136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ip · route · resolv.conf · nsswitch.conf · curl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505456"/>
            <a:ext cx="86868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505456"/>
            <a:ext cx="548640" cy="7498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5054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2578608"/>
            <a:ext cx="694944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57860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28529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Освободить диск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54203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Корневой раздел переполнен. Нельзя выключить сервер. Найди большой файл (du/lsof), удали дескриптор, уменьши резерв ФС. Цель: освободить 6GB.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07238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du · lsof · tune2fs · df · fuser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346704"/>
            <a:ext cx="86868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346704"/>
            <a:ext cx="548640" cy="7498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34670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4400" y="3419856"/>
            <a:ext cx="539496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41985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HARD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694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Незапускаемый бинарник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38328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Бинарник скопирован на новый Debian. Не запускается. Нет исходников, нет поддержки. Разберись: права, архитектура, зависимости, segfault.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3913632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file · chmod · ldd · strace · apt · objdump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4187952"/>
            <a:ext cx="548640" cy="7498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18795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05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14400" y="4261104"/>
            <a:ext cx="694944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426110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45354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</a:rPr>
              <a:t>Systemd Unit + Диагностика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4224528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Напиши systemd unit для скрипта-сервера. Настрой restart=always, лимиты ресурсов. Сервис падает — найди причину через journald.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14400" y="47548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systemctl · journalctl · systemd · unit файлы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💀  HardCore Практики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Реальные сценарии из продакшна. Без подсказок. Без готовых решений.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868680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8686800" cy="32918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💀 HC-01  ·  LVM: расширить корневой раздел в живой системе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Ситуация: продакшн сервер, нельзя выключать. Корневой раздел /dev/mapper/ubuntu--vg-ubuntu--lv почти полон (95%).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Доступен новый диск /dev/sdb. Задача: добавить диск в существующую VG, расширить LV, расширить ФС — всё online.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Проверь: df -h покажет &gt; 10GB свободного места. Нет потери данных.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🔧 Инструменты: pvcreate · vgextend · lvextend · resize2fs · xfs_growfs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3063240"/>
            <a:ext cx="868680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3063240"/>
            <a:ext cx="8686800" cy="32918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632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💀 HC-02  ·  Memory Leak: диагностика утечки памяти в продакшне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447288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Ситуация: сервер постепенно потребляет всю RAM за 24 часа. OOM killer убивает произвольные процессы.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Остановить приложение нельзя. Задача: найти процесс с утечкой через atop/smem/strace, найти системный вызов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который выдаёт память, проверить /proc/PID/maps. Предложить и применить временное решение без рестарта.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</a:rPr>
              <a:t>🔧 Инструменты: atop · free · smem · strace · lsof · /proc/PID/maps · cgroups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🔥  Linux Chaos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</a:rPr>
              <a:t>Скрипт linux-chaos.sh ломает систему разными способами. Твоя задача — диагностировать и починить за 30 минут.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07008"/>
            <a:ext cx="2788920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💾  Disk Chaos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Заполнить /tmp большим файлом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Заполнить inode тысячами пустых файлов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Создать zombie-файл (lsof deleted)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Переполнить /var/log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120700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207008"/>
            <a:ext cx="278892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🌐  Network Chaos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53619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Сломать DNS (resolv.conf)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Удалить дефолтный маршрут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Поставить неправильную маску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Заблокировать порт через iptables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Насытить conntrack таблицу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17336" y="120700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207008"/>
            <a:ext cx="278892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2070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⚙  Process Chaos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153619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Создать зомби-процессы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Fork bomb (безопасная)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OOM pressure (stress-ng)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Зациклить cron задачу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Поднять nice до -20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08152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081528"/>
            <a:ext cx="2788920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81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🧠  Memory Chaos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1071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Memory pressure (stress)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Fрагментация памяти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Swap exhaustion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OOM killer trigger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Slab allocator abuse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72968" y="308152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3081528"/>
            <a:ext cx="2788920" cy="2926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81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🔬  Kernel Chaos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41071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Сломать sysctl параметры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Заполнить fd limits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Исчерпать PID namespace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Переполнить dmesg 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Сломать ulimits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17336" y="3081528"/>
            <a:ext cx="278892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3081528"/>
            <a:ext cx="278892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0815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🎰  Random Mode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8776" y="3410712"/>
            <a:ext cx="26060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Случайная комбинация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От 2 до 4 сценариев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Ограничение по времени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Счёт по скорости починки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Leaderboard!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2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дальше?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115568"/>
            <a:ext cx="347472" cy="3474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11612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Установить asciinema и создать аккаунт на asciinema.org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737360"/>
            <a:ext cx="347472" cy="34747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1783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Пройти vimtutor (&gt;1 часа) — без vim нет Linux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359152"/>
            <a:ext cx="347472" cy="347472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4048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Установить tmux и настроить ~/.tmux.conf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980944"/>
            <a:ext cx="347472" cy="347472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0266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Выполнить практики 1-5 последовательно, записывая asciinema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02736"/>
            <a:ext cx="347472" cy="3474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64845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После всех практик — попробовать HardCore задачи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27024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</a:rPr>
              <a:t>Запустить chaos.sh на виртуалке и починить за 30 минут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root@linux-course:~#  Настоящий инженер знает что происходит внутри — не просто запускает команды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Internals — Курс для Senior Linux Engineers</dc:title>
  <dc:subject>PptxGenJS Presentation</dc:subject>
  <dc:creator>Linux Internals Course</dc:creator>
  <cp:lastModifiedBy>Linux Internals Course</cp:lastModifiedBy>
  <cp:revision>1</cp:revision>
  <dcterms:created xsi:type="dcterms:W3CDTF">2026-03-29T14:17:58Z</dcterms:created>
  <dcterms:modified xsi:type="dcterms:W3CDTF">2026-03-29T14:17:58Z</dcterms:modified>
</cp:coreProperties>
</file>